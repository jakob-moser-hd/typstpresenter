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Eine einfache Präsentation zu Testzwecken. Sie enthält eine Titelfolie, um grundlegende Konvertierungen und Metadaten-Extraktionen prüfen zu können, und illustriert ein einfaches Bullet-Point Layout.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</a:t>
            </a:r>
          </a:p>
          <a:p>
            <a:r>
              <a:t>This is a second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