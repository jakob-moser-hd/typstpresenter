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Media Layouts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with Images alongside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and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429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0600" y="1371600"/>
            <a:ext cx="3429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[Text next to an image.]</a:t>
            </a:r>
          </a:p>
          <a:p/>
          <a:p>
            <a:r>
              <a:t>Lorem ipsum dolor sit amet, consectetur adipiscing elit. Aenean commodo ligula eget dolor. Aenean massa.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