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1" r:id="rId10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4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8F379-DABF-DDAF-C3A8-B77E842E5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FB6537-ACDD-717E-4205-51CF4209A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CC581B-9736-FE85-7296-BD756F88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095A-D6E0-4E73-BF91-16975DFF841B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3AB0D4-5C3D-2968-A654-79F12766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FED6DE-6DB2-CED4-7C38-7DA10C6B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51F43-CE13-481F-B71B-452B948B71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019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9315F-125F-4093-01BC-86BBF6B2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A07FF9-58DB-12B1-9C18-5BB4CDAFF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1B3386-5D8A-0F6A-116E-45172DD2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095A-D6E0-4E73-BF91-16975DFF841B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6E1A19-BE4E-2B10-54BB-95343DBD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4E88DB-4202-FBB9-DF37-7958975CB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51F43-CE13-481F-B71B-452B948B71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233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B5496F-661F-0469-BE37-39C3A8489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651382-E5C2-6A1C-EE85-35E19AC31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0805A1-DF8C-FA95-4284-A1804806A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095A-D6E0-4E73-BF91-16975DFF841B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3ABD3D-8FB2-81B2-C8D6-05F7D2EE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E1D211-BCA8-9ABA-B0C2-42822F44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51F43-CE13-481F-B71B-452B948B71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01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C8FCDC-C325-3117-D5FF-9D02BDFA8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969D4D-A0F8-DC4F-16DD-C01AEAE1F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A47A39-F52A-9E55-5C99-FCB2CE509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76DE546-C759-FADA-ED9A-32650D92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095A-D6E0-4E73-BF91-16975DFF841B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F65894-9EDF-4530-2DDF-E0EEC8C1F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4701ED-9603-6915-1C42-EF5AF3AC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51F43-CE13-481F-B71B-452B948B71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9437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D471D-EE6F-0827-DA4D-C4611C9B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F60E0A-2EFA-D207-E17E-00C3B1FC5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A655A4-96BC-42C1-82D6-EBDB6C387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2CA734-D9B8-9202-0954-22422CECF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643A831-EA54-E5ED-0663-BFA62A6FA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1D3F54D-6E57-B162-7317-2E7BEFF5D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095A-D6E0-4E73-BF91-16975DFF841B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11AACA7-1173-A946-8CDA-7525B509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2D0BFEB-E644-AC4D-E529-73A12E67B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51F43-CE13-481F-B71B-452B948B71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871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8D914-32F4-C4B6-C55F-45950C02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160FC08-BBB4-CF0D-1EC6-E0D026BC2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095A-D6E0-4E73-BF91-16975DFF841B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DA3CCF3-987E-1D91-14BE-0E575DAC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DD98CF-FDF7-E4D3-A603-3641FC17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51F43-CE13-481F-B71B-452B948B71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031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80FDA67-53AB-F47E-779A-62675269A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095A-D6E0-4E73-BF91-16975DFF841B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93A970-EBE3-B09B-8F31-0EEE5470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EB85F8-322D-C344-B21A-C2ED4FF0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51F43-CE13-481F-B71B-452B948B71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65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875730-BED0-6AE6-2124-FE7A72FC7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C17457-33C9-A630-461A-58C861974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D7A4091-00FB-13AE-B238-512AAC206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929D7E-2B73-C3DC-5D07-3B87C97D3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095A-D6E0-4E73-BF91-16975DFF841B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2074A1-800F-E027-A7DE-314CD4F5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9A7DF4-F798-E2E7-B7AD-5EBBA578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51F43-CE13-481F-B71B-452B948B71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20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2C808-02C4-B8A0-ED6F-81D8C330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69908AB-9C6D-E864-A8AA-EAF18C4FE5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8DE1D0B-8930-1D25-4A03-2C066DB58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7799E0-7297-A3F9-0983-5A5458E09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095A-D6E0-4E73-BF91-16975DFF841B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3D9D63-0412-C52C-49EE-FE70C5808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C9E3C7-77C5-1F10-D7BF-8D78D0B3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51F43-CE13-481F-B71B-452B948B71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362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768BC5-2D3F-8445-57B5-51D64B7F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D2B24F-437A-32C5-07DA-D535329A4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0FC921-4923-C3BD-B94D-DB854C3B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095A-D6E0-4E73-BF91-16975DFF841B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7CBB84-E69C-AA17-E5CC-D08DA33D1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41330B-BABE-837F-3BA5-3A8BD33B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51F43-CE13-481F-B71B-452B948B71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852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9A4642D-9941-5FDA-0410-A68C84A9F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AF34D82-924B-F716-1189-42961F8C6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2FF985-9312-59B1-CB71-D83B6C2FC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095A-D6E0-4E73-BF91-16975DFF841B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9D72F5-0B58-6B27-AC3D-579A08727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640CFE-FD56-2219-1EA3-86592B9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51F43-CE13-481F-B71B-452B948B71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0220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7850BC2-34A5-15EB-5F9C-982CA7DF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DA9824-35DF-081D-E4B0-B67483958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41F00D-9A28-8F0C-4A81-D9D1AF666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6095A-D6E0-4E73-BF91-16975DFF841B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1B8066-7DA0-9EC5-3C46-ECD702E6F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E003B5-7EA4-8190-08B2-4BB512834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51F43-CE13-481F-B71B-452B948B71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79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hdcomics.com/comics/archive.php?comicid=1040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877708-AFEF-2815-2972-84BE493980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Title </a:t>
            </a:r>
            <a:r>
              <a:rPr lang="de-DE" dirty="0" err="1"/>
              <a:t>of</a:t>
            </a:r>
            <a:r>
              <a:rPr lang="de-DE" dirty="0"/>
              <a:t> a Talk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7BFE1C-79D0-249D-B91A-8FD3524383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 1</a:t>
            </a:r>
          </a:p>
          <a:p>
            <a:r>
              <a:rPr lang="de-DE" dirty="0"/>
              <a:t>Line 2</a:t>
            </a:r>
          </a:p>
          <a:p>
            <a:r>
              <a:rPr lang="de-DE" dirty="0"/>
              <a:t>Line 3</a:t>
            </a:r>
          </a:p>
        </p:txBody>
      </p:sp>
    </p:spTree>
    <p:extLst>
      <p:ext uri="{BB962C8B-B14F-4D97-AF65-F5344CB8AC3E}">
        <p14:creationId xmlns:p14="http://schemas.microsoft.com/office/powerpoint/2010/main" val="1698365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2B066B-86FC-AFAB-AE1E-EA3FE8866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Title: Just a Figure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C9486C6-2637-EB26-4976-1B30EE9E6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3787" y="1825625"/>
            <a:ext cx="4256426" cy="4351338"/>
          </a:xfrm>
        </p:spPr>
      </p:pic>
    </p:spTree>
    <p:extLst>
      <p:ext uri="{BB962C8B-B14F-4D97-AF65-F5344CB8AC3E}">
        <p14:creationId xmlns:p14="http://schemas.microsoft.com/office/powerpoint/2010/main" val="4096927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B34A3C-6F97-A2FB-DD5E-7734097DD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Title: Text </a:t>
            </a:r>
            <a:r>
              <a:rPr lang="de-DE" dirty="0" err="1"/>
              <a:t>left</a:t>
            </a:r>
            <a:r>
              <a:rPr lang="de-DE" dirty="0"/>
              <a:t>, Figure </a:t>
            </a:r>
            <a:r>
              <a:rPr lang="de-DE" dirty="0" err="1"/>
              <a:t>right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CC30AB-FE4F-7870-6B24-4D199FE9F8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itemized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20829BBA-CC0A-3A4F-ABB9-38F43C3F78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54694" y="1917065"/>
            <a:ext cx="3599349" cy="4192790"/>
          </a:xfrm>
        </p:spPr>
      </p:pic>
    </p:spTree>
    <p:extLst>
      <p:ext uri="{BB962C8B-B14F-4D97-AF65-F5344CB8AC3E}">
        <p14:creationId xmlns:p14="http://schemas.microsoft.com/office/powerpoint/2010/main" val="1978023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DC1891-217D-716A-2CB5-99595244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Title: Small </a:t>
            </a:r>
            <a:r>
              <a:rPr lang="de-DE" dirty="0" err="1"/>
              <a:t>figure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bottom</a:t>
            </a:r>
            <a:r>
              <a:rPr lang="de-DE" dirty="0"/>
              <a:t> </a:t>
            </a:r>
            <a:r>
              <a:rPr lang="de-DE" dirty="0" err="1"/>
              <a:t>right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72441D-A554-8282-5233-EDE6AFF8E5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Text </a:t>
            </a:r>
            <a:r>
              <a:rPr lang="de-DE" dirty="0" err="1"/>
              <a:t>left</a:t>
            </a:r>
            <a:endParaRPr lang="de-DE" dirty="0"/>
          </a:p>
          <a:p>
            <a:r>
              <a:rPr lang="de-DE" dirty="0"/>
              <a:t>Text </a:t>
            </a:r>
            <a:r>
              <a:rPr lang="de-DE" dirty="0" err="1"/>
              <a:t>left</a:t>
            </a:r>
            <a:endParaRPr lang="de-DE" dirty="0"/>
          </a:p>
          <a:p>
            <a:r>
              <a:rPr lang="de-DE" dirty="0"/>
              <a:t>More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left</a:t>
            </a:r>
            <a:endParaRPr lang="de-DE" dirty="0"/>
          </a:p>
          <a:p>
            <a:r>
              <a:rPr lang="de-DE" dirty="0"/>
              <a:t>Text </a:t>
            </a:r>
            <a:r>
              <a:rPr lang="de-DE" dirty="0" err="1"/>
              <a:t>left</a:t>
            </a:r>
            <a:endParaRPr lang="de-DE" dirty="0"/>
          </a:p>
          <a:p>
            <a:r>
              <a:rPr lang="de-DE" dirty="0"/>
              <a:t>Text </a:t>
            </a:r>
            <a:r>
              <a:rPr lang="de-DE" dirty="0" err="1"/>
              <a:t>left</a:t>
            </a:r>
            <a:endParaRPr lang="de-DE" dirty="0"/>
          </a:p>
          <a:p>
            <a:r>
              <a:rPr lang="de-DE" dirty="0"/>
              <a:t>More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left</a:t>
            </a:r>
            <a:endParaRPr lang="de-DE" dirty="0"/>
          </a:p>
          <a:p>
            <a:r>
              <a:rPr lang="de-DE" dirty="0"/>
              <a:t>Text </a:t>
            </a:r>
            <a:r>
              <a:rPr lang="de-DE" dirty="0" err="1"/>
              <a:t>left</a:t>
            </a:r>
            <a:endParaRPr lang="de-DE" dirty="0"/>
          </a:p>
          <a:p>
            <a:r>
              <a:rPr lang="de-DE" dirty="0"/>
              <a:t>Text </a:t>
            </a:r>
            <a:r>
              <a:rPr lang="de-DE" dirty="0" err="1"/>
              <a:t>left</a:t>
            </a:r>
            <a:endParaRPr lang="de-DE" dirty="0"/>
          </a:p>
          <a:p>
            <a:r>
              <a:rPr lang="de-DE" dirty="0"/>
              <a:t>More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left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110DA8-30B5-8AEA-C18E-296429989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2181110"/>
          </a:xfrm>
        </p:spPr>
        <p:txBody>
          <a:bodyPr>
            <a:normAutofit lnSpcReduction="10000"/>
          </a:bodyPr>
          <a:lstStyle/>
          <a:p>
            <a:r>
              <a:rPr lang="de-DE" dirty="0"/>
              <a:t>Short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right</a:t>
            </a:r>
            <a:endParaRPr lang="de-DE" dirty="0"/>
          </a:p>
          <a:p>
            <a:r>
              <a:rPr lang="de-DE" dirty="0"/>
              <a:t>More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right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784F60D-5FB5-BD14-0CF3-C1256A010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995" y="3088158"/>
            <a:ext cx="3228020" cy="316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36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4FE291-F778-D5F1-EA25-E2D0BB0A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Title: Text +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table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9833D7-9142-0EEC-AA18-F53203C80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708089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above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table</a:t>
            </a:r>
            <a:endParaRPr lang="de-DE" dirty="0"/>
          </a:p>
          <a:p>
            <a:r>
              <a:rPr lang="de-DE" dirty="0"/>
              <a:t>Table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width-centered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Ninjas vs. Professors: </a:t>
            </a:r>
            <a:r>
              <a:rPr lang="de-DE" dirty="0">
                <a:hlinkClick r:id="rId2"/>
              </a:rPr>
              <a:t>a </a:t>
            </a:r>
            <a:r>
              <a:rPr lang="de-DE" dirty="0" err="1">
                <a:hlinkClick r:id="rId2"/>
              </a:rPr>
              <a:t>comparative</a:t>
            </a:r>
            <a:r>
              <a:rPr lang="de-DE" dirty="0">
                <a:hlinkClick r:id="rId2"/>
              </a:rPr>
              <a:t> </a:t>
            </a:r>
            <a:r>
              <a:rPr lang="de-DE" dirty="0" err="1">
                <a:hlinkClick r:id="rId2"/>
              </a:rPr>
              <a:t>analysis</a:t>
            </a: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A711BC2F-FF37-89C2-EE1A-19A94ED14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937681"/>
              </p:ext>
            </p:extLst>
          </p:nvPr>
        </p:nvGraphicFramePr>
        <p:xfrm>
          <a:off x="755117" y="3656453"/>
          <a:ext cx="7285704" cy="232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852">
                  <a:extLst>
                    <a:ext uri="{9D8B030D-6E8A-4147-A177-3AD203B41FA5}">
                      <a16:colId xmlns:a16="http://schemas.microsoft.com/office/drawing/2014/main" val="138402801"/>
                    </a:ext>
                  </a:extLst>
                </a:gridCol>
                <a:gridCol w="3642852">
                  <a:extLst>
                    <a:ext uri="{9D8B030D-6E8A-4147-A177-3AD203B41FA5}">
                      <a16:colId xmlns:a16="http://schemas.microsoft.com/office/drawing/2014/main" val="918541965"/>
                    </a:ext>
                  </a:extLst>
                </a:gridCol>
              </a:tblGrid>
              <a:tr h="421546">
                <a:tc>
                  <a:txBody>
                    <a:bodyPr/>
                    <a:lstStyle/>
                    <a:p>
                      <a:r>
                        <a:rPr lang="de-DE" dirty="0"/>
                        <a:t>Ninjas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Professors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842872"/>
                  </a:ext>
                </a:extLst>
              </a:tr>
              <a:tr h="421546">
                <a:tc>
                  <a:txBody>
                    <a:bodyPr/>
                    <a:lstStyle/>
                    <a:p>
                      <a:r>
                        <a:rPr lang="de-DE" dirty="0" err="1"/>
                        <a:t>Experts</a:t>
                      </a:r>
                      <a:r>
                        <a:rPr lang="de-DE" dirty="0"/>
                        <a:t> in </a:t>
                      </a:r>
                      <a:r>
                        <a:rPr lang="de-DE" dirty="0" err="1"/>
                        <a:t>methods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of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subterfuge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Experts</a:t>
                      </a:r>
                      <a:r>
                        <a:rPr lang="de-DE" dirty="0"/>
                        <a:t> in </a:t>
                      </a:r>
                      <a:r>
                        <a:rPr lang="de-DE" dirty="0" err="1"/>
                        <a:t>methods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no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longer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used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317655"/>
                  </a:ext>
                </a:extLst>
              </a:tr>
              <a:tr h="421546">
                <a:tc>
                  <a:txBody>
                    <a:bodyPr/>
                    <a:lstStyle/>
                    <a:p>
                      <a:r>
                        <a:rPr lang="de-DE" dirty="0"/>
                        <a:t>Always </a:t>
                      </a:r>
                      <a:r>
                        <a:rPr lang="de-DE" dirty="0" err="1"/>
                        <a:t>shown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wearing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the</a:t>
                      </a:r>
                      <a:r>
                        <a:rPr lang="de-DE" dirty="0"/>
                        <a:t> same </a:t>
                      </a:r>
                      <a:r>
                        <a:rPr lang="de-DE" dirty="0" err="1"/>
                        <a:t>outfit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Always </a:t>
                      </a:r>
                      <a:r>
                        <a:rPr lang="de-DE" dirty="0" err="1"/>
                        <a:t>wears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the</a:t>
                      </a:r>
                      <a:r>
                        <a:rPr lang="de-DE" dirty="0"/>
                        <a:t> same </a:t>
                      </a:r>
                      <a:r>
                        <a:rPr lang="de-DE" dirty="0" err="1"/>
                        <a:t>outfit</a:t>
                      </a:r>
                      <a:endParaRPr lang="de-DE" dirty="0"/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762312"/>
                  </a:ext>
                </a:extLst>
              </a:tr>
              <a:tr h="421546">
                <a:tc>
                  <a:txBody>
                    <a:bodyPr/>
                    <a:lstStyle/>
                    <a:p>
                      <a:r>
                        <a:rPr lang="de-DE" dirty="0"/>
                        <a:t>People </a:t>
                      </a:r>
                      <a:r>
                        <a:rPr lang="de-DE" dirty="0" err="1"/>
                        <a:t>think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they‘re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pretty</a:t>
                      </a:r>
                      <a:r>
                        <a:rPr lang="de-DE" dirty="0"/>
                        <a:t> cool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They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think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they‘re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pretty</a:t>
                      </a:r>
                      <a:r>
                        <a:rPr lang="de-DE" dirty="0"/>
                        <a:t> cool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007450"/>
                  </a:ext>
                </a:extLst>
              </a:tr>
              <a:tr h="421546">
                <a:tc>
                  <a:txBody>
                    <a:bodyPr/>
                    <a:lstStyle/>
                    <a:p>
                      <a:r>
                        <a:rPr lang="de-DE" dirty="0" err="1"/>
                        <a:t>Shrouded</a:t>
                      </a:r>
                      <a:r>
                        <a:rPr lang="de-DE" dirty="0"/>
                        <a:t> in </a:t>
                      </a:r>
                      <a:r>
                        <a:rPr lang="de-DE" dirty="0" err="1"/>
                        <a:t>mystery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Shrouds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you</a:t>
                      </a:r>
                      <a:r>
                        <a:rPr lang="de-DE" dirty="0"/>
                        <a:t> in </a:t>
                      </a:r>
                      <a:r>
                        <a:rPr lang="de-DE" dirty="0" err="1"/>
                        <a:t>misery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377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12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07E43E-8DD7-D04D-745E-D5CB54DE1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Title: Text, 1 </a:t>
            </a:r>
            <a:r>
              <a:rPr lang="de-DE" dirty="0" err="1"/>
              <a:t>figure</a:t>
            </a:r>
            <a:r>
              <a:rPr lang="de-DE" dirty="0"/>
              <a:t> </a:t>
            </a:r>
            <a:r>
              <a:rPr lang="de-DE" dirty="0" err="1"/>
              <a:t>below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A9568B-EC48-CAA0-E920-77260670C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277436"/>
          </a:xfrm>
        </p:spPr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above</a:t>
            </a:r>
            <a:r>
              <a:rPr lang="de-DE" dirty="0"/>
              <a:t> a </a:t>
            </a:r>
            <a:r>
              <a:rPr lang="de-DE" dirty="0" err="1"/>
              <a:t>figure</a:t>
            </a:r>
            <a:endParaRPr lang="de-DE" dirty="0"/>
          </a:p>
          <a:p>
            <a:r>
              <a:rPr lang="de-DE" dirty="0"/>
              <a:t>Figure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width-centered</a:t>
            </a:r>
            <a:endParaRPr lang="de-DE" dirty="0"/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C7C357B-74E0-F463-1787-20256853C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149" y="3167205"/>
            <a:ext cx="3947702" cy="323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655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07E43E-8DD7-D04D-745E-D5CB54DE1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Title: Text, 1 </a:t>
            </a:r>
            <a:r>
              <a:rPr lang="de-DE" dirty="0" err="1"/>
              <a:t>figure</a:t>
            </a:r>
            <a:r>
              <a:rPr lang="de-DE" dirty="0"/>
              <a:t>,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A9568B-EC48-CAA0-E920-77260670C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277436"/>
          </a:xfrm>
        </p:spPr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above</a:t>
            </a:r>
            <a:r>
              <a:rPr lang="de-DE" dirty="0"/>
              <a:t> a </a:t>
            </a:r>
            <a:r>
              <a:rPr lang="de-DE" dirty="0" err="1"/>
              <a:t>figure</a:t>
            </a:r>
            <a:endParaRPr lang="de-DE" dirty="0"/>
          </a:p>
          <a:p>
            <a:r>
              <a:rPr lang="de-DE" dirty="0"/>
              <a:t>Figure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width-centered</a:t>
            </a:r>
            <a:endParaRPr lang="de-DE" dirty="0"/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C7C357B-74E0-F463-1787-20256853C6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882"/>
          <a:stretch/>
        </p:blipFill>
        <p:spPr>
          <a:xfrm>
            <a:off x="2598149" y="3164106"/>
            <a:ext cx="3947702" cy="256106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0F5789A-BA82-61C6-469A-830B14D69F52}"/>
              </a:ext>
            </a:extLst>
          </p:cNvPr>
          <p:cNvSpPr txBox="1"/>
          <p:nvPr/>
        </p:nvSpPr>
        <p:spPr>
          <a:xfrm>
            <a:off x="746269" y="6071600"/>
            <a:ext cx="7769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This </a:t>
            </a:r>
            <a:r>
              <a:rPr lang="de-DE" sz="1600" dirty="0" err="1"/>
              <a:t>figure</a:t>
            </a:r>
            <a:r>
              <a:rPr lang="de-DE" sz="1600" dirty="0"/>
              <a:t> </a:t>
            </a:r>
            <a:r>
              <a:rPr lang="de-DE" sz="1600" dirty="0" err="1"/>
              <a:t>has</a:t>
            </a:r>
            <a:r>
              <a:rPr lang="de-DE" sz="1600" dirty="0"/>
              <a:t> </a:t>
            </a:r>
            <a:r>
              <a:rPr lang="de-DE" sz="1600" dirty="0" err="1"/>
              <a:t>been</a:t>
            </a:r>
            <a:r>
              <a:rPr lang="de-DE" sz="1600" dirty="0"/>
              <a:t> </a:t>
            </a:r>
            <a:r>
              <a:rPr lang="de-DE" sz="1600" dirty="0" err="1"/>
              <a:t>shamelessly</a:t>
            </a:r>
            <a:r>
              <a:rPr lang="de-DE" sz="1600" dirty="0"/>
              <a:t> </a:t>
            </a:r>
            <a:r>
              <a:rPr lang="de-DE" sz="1600" dirty="0" err="1"/>
              <a:t>stolen</a:t>
            </a:r>
            <a:r>
              <a:rPr lang="de-DE" sz="1600" dirty="0"/>
              <a:t> </a:t>
            </a:r>
            <a:r>
              <a:rPr lang="de-DE" sz="1600" dirty="0" err="1"/>
              <a:t>from</a:t>
            </a:r>
            <a:r>
              <a:rPr lang="de-DE" sz="1600" dirty="0"/>
              <a:t> C. Smith, „This Paper </a:t>
            </a:r>
            <a:r>
              <a:rPr lang="de-DE" sz="1600" dirty="0" err="1"/>
              <a:t>is</a:t>
            </a:r>
            <a:r>
              <a:rPr lang="de-DE" sz="1600" dirty="0"/>
              <a:t> </a:t>
            </a:r>
            <a:r>
              <a:rPr lang="de-DE" sz="1600" dirty="0" err="1"/>
              <a:t>worth</a:t>
            </a:r>
            <a:r>
              <a:rPr lang="de-DE" sz="1600" dirty="0"/>
              <a:t> not(h)</a:t>
            </a:r>
            <a:r>
              <a:rPr lang="de-DE" sz="1600" dirty="0" err="1"/>
              <a:t>ing</a:t>
            </a:r>
            <a:r>
              <a:rPr lang="de-DE" sz="1600" dirty="0"/>
              <a:t>“, Journal </a:t>
            </a:r>
            <a:r>
              <a:rPr lang="de-DE" sz="1600" dirty="0" err="1"/>
              <a:t>of</a:t>
            </a:r>
            <a:r>
              <a:rPr lang="de-DE" sz="1600" dirty="0"/>
              <a:t> obsolete </a:t>
            </a:r>
            <a:r>
              <a:rPr lang="de-DE" sz="1600" dirty="0" err="1"/>
              <a:t>methods</a:t>
            </a:r>
            <a:r>
              <a:rPr lang="de-DE" sz="1600" dirty="0"/>
              <a:t> and irrelevant </a:t>
            </a:r>
            <a:r>
              <a:rPr lang="de-DE" sz="1600" dirty="0" err="1"/>
              <a:t>applications</a:t>
            </a:r>
            <a:r>
              <a:rPr lang="de-DE" sz="1600" dirty="0"/>
              <a:t>, 6(1), 2026 </a:t>
            </a:r>
          </a:p>
        </p:txBody>
      </p:sp>
    </p:spTree>
    <p:extLst>
      <p:ext uri="{BB962C8B-B14F-4D97-AF65-F5344CB8AC3E}">
        <p14:creationId xmlns:p14="http://schemas.microsoft.com/office/powerpoint/2010/main" val="3449738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07E43E-8DD7-D04D-745E-D5CB54DE1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Title: Text, 2 </a:t>
            </a:r>
            <a:r>
              <a:rPr lang="de-DE" dirty="0" err="1"/>
              <a:t>figures</a:t>
            </a:r>
            <a:r>
              <a:rPr lang="de-DE" dirty="0"/>
              <a:t>,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A9568B-EC48-CAA0-E920-77260670C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277436"/>
          </a:xfrm>
        </p:spPr>
        <p:txBody>
          <a:bodyPr>
            <a:normAutofit lnSpcReduction="10000"/>
          </a:bodyPr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above</a:t>
            </a:r>
            <a:r>
              <a:rPr lang="de-DE" dirty="0"/>
              <a:t> </a:t>
            </a:r>
            <a:r>
              <a:rPr lang="de-DE" dirty="0" err="1"/>
              <a:t>figures</a:t>
            </a:r>
            <a:endParaRPr lang="de-DE" dirty="0"/>
          </a:p>
          <a:p>
            <a:r>
              <a:rPr lang="de-DE" dirty="0" err="1"/>
              <a:t>Figures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probably</a:t>
            </a:r>
            <a:r>
              <a:rPr lang="de-DE" dirty="0"/>
              <a:t> in 2x1 </a:t>
            </a:r>
            <a:r>
              <a:rPr lang="de-DE" dirty="0" err="1"/>
              <a:t>grid</a:t>
            </a:r>
            <a:r>
              <a:rPr lang="de-DE" dirty="0"/>
              <a:t> and „</a:t>
            </a:r>
            <a:r>
              <a:rPr lang="de-DE" dirty="0" err="1"/>
              <a:t>column-centered</a:t>
            </a:r>
            <a:r>
              <a:rPr lang="de-DE" dirty="0"/>
              <a:t>“ etc.</a:t>
            </a:r>
          </a:p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0F5789A-BA82-61C6-469A-830B14D69F52}"/>
              </a:ext>
            </a:extLst>
          </p:cNvPr>
          <p:cNvSpPr txBox="1"/>
          <p:nvPr/>
        </p:nvSpPr>
        <p:spPr>
          <a:xfrm>
            <a:off x="746269" y="6018506"/>
            <a:ext cx="7769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Stolen </a:t>
            </a:r>
            <a:r>
              <a:rPr lang="de-DE" sz="1600" dirty="0" err="1"/>
              <a:t>from</a:t>
            </a:r>
            <a:r>
              <a:rPr lang="de-DE" sz="1600" dirty="0"/>
              <a:t> L. U. </a:t>
            </a:r>
            <a:r>
              <a:rPr lang="de-DE" sz="1600" dirty="0" err="1"/>
              <a:t>Cipher</a:t>
            </a:r>
            <a:r>
              <a:rPr lang="de-DE" sz="1600" dirty="0"/>
              <a:t>, „</a:t>
            </a:r>
            <a:r>
              <a:rPr lang="de-DE" sz="1600" dirty="0" err="1"/>
              <a:t>Why</a:t>
            </a:r>
            <a:r>
              <a:rPr lang="de-DE" sz="1600" dirty="0"/>
              <a:t> </a:t>
            </a:r>
            <a:r>
              <a:rPr lang="de-DE" sz="1600" dirty="0" err="1"/>
              <a:t>round</a:t>
            </a:r>
            <a:r>
              <a:rPr lang="de-DE" sz="1600" dirty="0"/>
              <a:t> </a:t>
            </a:r>
            <a:r>
              <a:rPr lang="de-DE" sz="1600" dirty="0" err="1"/>
              <a:t>things</a:t>
            </a:r>
            <a:r>
              <a:rPr lang="de-DE" sz="1600" dirty="0"/>
              <a:t> </a:t>
            </a:r>
            <a:r>
              <a:rPr lang="de-DE" sz="1600" dirty="0" err="1"/>
              <a:t>are</a:t>
            </a:r>
            <a:r>
              <a:rPr lang="de-DE" sz="1600" dirty="0"/>
              <a:t> </a:t>
            </a:r>
            <a:r>
              <a:rPr lang="de-DE" sz="1600" dirty="0" err="1"/>
              <a:t>better</a:t>
            </a:r>
            <a:r>
              <a:rPr lang="de-DE" sz="1600" dirty="0"/>
              <a:t> </a:t>
            </a:r>
            <a:r>
              <a:rPr lang="de-DE" sz="1600" dirty="0" err="1"/>
              <a:t>than</a:t>
            </a:r>
            <a:r>
              <a:rPr lang="de-DE" sz="1600" dirty="0"/>
              <a:t> </a:t>
            </a:r>
            <a:r>
              <a:rPr lang="de-DE" sz="1600" dirty="0" err="1"/>
              <a:t>square</a:t>
            </a:r>
            <a:r>
              <a:rPr lang="de-DE" sz="1600" dirty="0"/>
              <a:t> </a:t>
            </a:r>
            <a:r>
              <a:rPr lang="de-DE" sz="1600" dirty="0" err="1"/>
              <a:t>things</a:t>
            </a:r>
            <a:r>
              <a:rPr lang="de-DE" sz="1600" dirty="0"/>
              <a:t>“, Journal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pointless</a:t>
            </a:r>
            <a:r>
              <a:rPr lang="de-DE" sz="1600" dirty="0"/>
              <a:t>, </a:t>
            </a:r>
            <a:r>
              <a:rPr lang="de-DE" sz="1600" dirty="0" err="1"/>
              <a:t>extremely</a:t>
            </a:r>
            <a:r>
              <a:rPr lang="de-DE" sz="1600" dirty="0"/>
              <a:t> </a:t>
            </a:r>
            <a:r>
              <a:rPr lang="de-DE" sz="1600" dirty="0" err="1"/>
              <a:t>lenghtly</a:t>
            </a:r>
            <a:r>
              <a:rPr lang="de-DE" sz="1600" dirty="0"/>
              <a:t>, and </a:t>
            </a:r>
            <a:r>
              <a:rPr lang="de-DE" sz="1600" dirty="0" err="1"/>
              <a:t>convoluted</a:t>
            </a:r>
            <a:r>
              <a:rPr lang="de-DE" sz="1600" dirty="0"/>
              <a:t> </a:t>
            </a:r>
            <a:r>
              <a:rPr lang="de-DE" sz="1600" dirty="0" err="1"/>
              <a:t>research</a:t>
            </a:r>
            <a:r>
              <a:rPr lang="de-DE" sz="1600" dirty="0"/>
              <a:t> </a:t>
            </a:r>
            <a:r>
              <a:rPr lang="de-DE" sz="1600" dirty="0" err="1"/>
              <a:t>works</a:t>
            </a:r>
            <a:r>
              <a:rPr lang="de-DE" sz="1600" dirty="0"/>
              <a:t>, 5(3), 2025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CD09F47-7F8E-17C2-3BBB-56916E5D4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86" y="3103061"/>
            <a:ext cx="2513528" cy="253082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5DB977A-C036-8743-9394-3A1FC5F58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322" y="2995013"/>
            <a:ext cx="2644855" cy="26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97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BDBF3-81CE-AFD2-6517-2FCCAE5A4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Title: </a:t>
            </a:r>
            <a:r>
              <a:rPr lang="de-DE" dirty="0" err="1"/>
              <a:t>Several</a:t>
            </a:r>
            <a:r>
              <a:rPr lang="de-DE" dirty="0"/>
              <a:t> </a:t>
            </a:r>
            <a:r>
              <a:rPr lang="de-DE" dirty="0" err="1"/>
              <a:t>rows</a:t>
            </a:r>
            <a:r>
              <a:rPr lang="de-DE" dirty="0"/>
              <a:t>,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figure</a:t>
            </a:r>
            <a:r>
              <a:rPr lang="de-DE" dirty="0"/>
              <a:t> + </a:t>
            </a:r>
            <a:r>
              <a:rPr lang="de-DE" dirty="0" err="1"/>
              <a:t>text</a:t>
            </a:r>
            <a:r>
              <a:rPr lang="de-DE" dirty="0"/>
              <a:t> (optional)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1F23B12-893B-07F3-3065-BED252127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6359" y="1825625"/>
            <a:ext cx="6315875" cy="4351338"/>
          </a:xfrm>
        </p:spPr>
        <p:txBody>
          <a:bodyPr>
            <a:normAutofit/>
          </a:bodyPr>
          <a:lstStyle/>
          <a:p>
            <a:r>
              <a:rPr lang="de-DE" dirty="0"/>
              <a:t>A smart-</a:t>
            </a:r>
            <a:r>
              <a:rPr lang="de-DE" dirty="0" err="1"/>
              <a:t>looking</a:t>
            </a:r>
            <a:r>
              <a:rPr lang="de-DE" dirty="0"/>
              <a:t> </a:t>
            </a:r>
            <a:r>
              <a:rPr lang="de-DE" dirty="0" err="1"/>
              <a:t>guy</a:t>
            </a:r>
            <a:r>
              <a:rPr lang="de-DE" dirty="0"/>
              <a:t>, </a:t>
            </a:r>
            <a:r>
              <a:rPr lang="de-DE" dirty="0" err="1"/>
              <a:t>great</a:t>
            </a:r>
            <a:r>
              <a:rPr lang="de-DE" dirty="0"/>
              <a:t> at </a:t>
            </a:r>
            <a:r>
              <a:rPr lang="de-DE" dirty="0" err="1"/>
              <a:t>his</a:t>
            </a:r>
            <a:r>
              <a:rPr lang="de-DE" dirty="0"/>
              <a:t> </a:t>
            </a:r>
            <a:r>
              <a:rPr lang="de-DE" dirty="0" err="1"/>
              <a:t>peak</a:t>
            </a:r>
            <a:r>
              <a:rPr lang="de-DE" dirty="0"/>
              <a:t> (not so </a:t>
            </a:r>
            <a:r>
              <a:rPr lang="de-DE" dirty="0" err="1"/>
              <a:t>important</a:t>
            </a:r>
            <a:r>
              <a:rPr lang="de-DE" dirty="0"/>
              <a:t> after all)</a:t>
            </a:r>
          </a:p>
          <a:p>
            <a:endParaRPr lang="de-DE" dirty="0"/>
          </a:p>
          <a:p>
            <a:r>
              <a:rPr lang="de-DE" dirty="0"/>
              <a:t>This </a:t>
            </a:r>
            <a:r>
              <a:rPr lang="de-DE" dirty="0" err="1"/>
              <a:t>fellow</a:t>
            </a:r>
            <a:r>
              <a:rPr lang="de-DE" dirty="0"/>
              <a:t> </a:t>
            </a:r>
            <a:r>
              <a:rPr lang="de-DE" dirty="0" err="1"/>
              <a:t>had</a:t>
            </a:r>
            <a:r>
              <a:rPr lang="de-DE" dirty="0"/>
              <a:t> a </a:t>
            </a:r>
            <a:r>
              <a:rPr lang="de-DE" dirty="0" err="1"/>
              <a:t>bad</a:t>
            </a:r>
            <a:r>
              <a:rPr lang="de-DE" dirty="0"/>
              <a:t> </a:t>
            </a:r>
            <a:r>
              <a:rPr lang="de-DE" dirty="0" err="1"/>
              <a:t>luck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 was </a:t>
            </a:r>
            <a:r>
              <a:rPr lang="de-DE" dirty="0" err="1"/>
              <a:t>taken</a:t>
            </a:r>
            <a:r>
              <a:rPr lang="de-DE" dirty="0"/>
              <a:t> (</a:t>
            </a:r>
            <a:r>
              <a:rPr lang="de-DE" dirty="0" err="1"/>
              <a:t>his</a:t>
            </a:r>
            <a:r>
              <a:rPr lang="de-DE" dirty="0"/>
              <a:t> </a:t>
            </a:r>
            <a:r>
              <a:rPr lang="de-DE" dirty="0" err="1"/>
              <a:t>wife</a:t>
            </a:r>
            <a:r>
              <a:rPr lang="de-DE" dirty="0"/>
              <a:t> </a:t>
            </a:r>
            <a:r>
              <a:rPr lang="de-DE" dirty="0" err="1"/>
              <a:t>run</a:t>
            </a:r>
            <a:r>
              <a:rPr lang="de-DE" dirty="0"/>
              <a:t> </a:t>
            </a:r>
            <a:r>
              <a:rPr lang="de-DE" dirty="0" err="1"/>
              <a:t>away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his</a:t>
            </a:r>
            <a:r>
              <a:rPr lang="de-DE" dirty="0"/>
              <a:t> </a:t>
            </a:r>
            <a:r>
              <a:rPr lang="de-DE" dirty="0" err="1"/>
              <a:t>brother</a:t>
            </a:r>
            <a:r>
              <a:rPr lang="de-DE" dirty="0"/>
              <a:t>)</a:t>
            </a:r>
          </a:p>
          <a:p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forgotten</a:t>
            </a:r>
            <a:r>
              <a:rPr lang="de-DE" dirty="0"/>
              <a:t> </a:t>
            </a:r>
            <a:r>
              <a:rPr lang="de-DE" dirty="0" err="1"/>
              <a:t>researcher</a:t>
            </a:r>
            <a:endParaRPr lang="de-DE" dirty="0"/>
          </a:p>
          <a:p>
            <a:r>
              <a:rPr lang="de-DE" sz="2400" dirty="0">
                <a:solidFill>
                  <a:schemeClr val="accent4"/>
                </a:solidFill>
              </a:rPr>
              <a:t>Maybe I </a:t>
            </a:r>
            <a:r>
              <a:rPr lang="de-DE" sz="2400" dirty="0" err="1">
                <a:solidFill>
                  <a:schemeClr val="accent4"/>
                </a:solidFill>
              </a:rPr>
              <a:t>should</a:t>
            </a:r>
            <a:r>
              <a:rPr lang="de-DE" sz="2400" dirty="0">
                <a:solidFill>
                  <a:schemeClr val="accent4"/>
                </a:solidFill>
              </a:rPr>
              <a:t> </a:t>
            </a:r>
            <a:r>
              <a:rPr lang="de-DE" sz="2400" dirty="0" err="1">
                <a:solidFill>
                  <a:schemeClr val="accent4"/>
                </a:solidFill>
              </a:rPr>
              <a:t>create</a:t>
            </a:r>
            <a:r>
              <a:rPr lang="de-DE" sz="2400" dirty="0">
                <a:solidFill>
                  <a:schemeClr val="accent4"/>
                </a:solidFill>
              </a:rPr>
              <a:t> such </a:t>
            </a:r>
            <a:r>
              <a:rPr lang="de-DE" sz="2400" dirty="0" err="1">
                <a:solidFill>
                  <a:schemeClr val="accent4"/>
                </a:solidFill>
              </a:rPr>
              <a:t>slides</a:t>
            </a:r>
            <a:r>
              <a:rPr lang="de-DE" sz="2400" dirty="0">
                <a:solidFill>
                  <a:schemeClr val="accent4"/>
                </a:solidFill>
              </a:rPr>
              <a:t> </a:t>
            </a:r>
            <a:r>
              <a:rPr lang="de-DE" sz="2400" dirty="0" err="1">
                <a:solidFill>
                  <a:schemeClr val="accent4"/>
                </a:solidFill>
              </a:rPr>
              <a:t>as</a:t>
            </a:r>
            <a:r>
              <a:rPr lang="de-DE" sz="2400" dirty="0">
                <a:solidFill>
                  <a:schemeClr val="accent4"/>
                </a:solidFill>
              </a:rPr>
              <a:t> a 3x2 </a:t>
            </a:r>
            <a:r>
              <a:rPr lang="de-DE" sz="2400" dirty="0" err="1">
                <a:solidFill>
                  <a:schemeClr val="accent4"/>
                </a:solidFill>
              </a:rPr>
              <a:t>table</a:t>
            </a:r>
            <a:r>
              <a:rPr lang="de-DE" sz="2400" dirty="0">
                <a:solidFill>
                  <a:schemeClr val="accent4"/>
                </a:solidFill>
              </a:rPr>
              <a:t> in </a:t>
            </a:r>
            <a:r>
              <a:rPr lang="de-DE" sz="2400" dirty="0" err="1">
                <a:solidFill>
                  <a:schemeClr val="accent4"/>
                </a:solidFill>
              </a:rPr>
              <a:t>pptx</a:t>
            </a:r>
            <a:r>
              <a:rPr lang="de-DE" sz="2400" dirty="0">
                <a:solidFill>
                  <a:schemeClr val="accent4"/>
                </a:solidFill>
              </a:rPr>
              <a:t> </a:t>
            </a:r>
            <a:r>
              <a:rPr lang="de-DE" sz="2400" dirty="0" err="1">
                <a:solidFill>
                  <a:schemeClr val="accent4"/>
                </a:solidFill>
              </a:rPr>
              <a:t>to</a:t>
            </a:r>
            <a:r>
              <a:rPr lang="de-DE" sz="2400" dirty="0">
                <a:solidFill>
                  <a:schemeClr val="accent4"/>
                </a:solidFill>
              </a:rPr>
              <a:t> </a:t>
            </a:r>
            <a:r>
              <a:rPr lang="de-DE" sz="2400" dirty="0" err="1">
                <a:solidFill>
                  <a:schemeClr val="accent4"/>
                </a:solidFill>
              </a:rPr>
              <a:t>make</a:t>
            </a:r>
            <a:r>
              <a:rPr lang="de-DE" sz="2400" dirty="0">
                <a:solidFill>
                  <a:schemeClr val="accent4"/>
                </a:solidFill>
              </a:rPr>
              <a:t> </a:t>
            </a:r>
            <a:r>
              <a:rPr lang="de-DE" sz="2400" dirty="0" err="1">
                <a:solidFill>
                  <a:schemeClr val="accent4"/>
                </a:solidFill>
              </a:rPr>
              <a:t>the</a:t>
            </a:r>
            <a:r>
              <a:rPr lang="de-DE" sz="2400" dirty="0">
                <a:solidFill>
                  <a:schemeClr val="accent4"/>
                </a:solidFill>
              </a:rPr>
              <a:t> </a:t>
            </a:r>
            <a:r>
              <a:rPr lang="de-DE" sz="2400" dirty="0" err="1">
                <a:solidFill>
                  <a:schemeClr val="accent4"/>
                </a:solidFill>
              </a:rPr>
              <a:t>conversion</a:t>
            </a:r>
            <a:r>
              <a:rPr lang="de-DE" sz="2400" dirty="0">
                <a:solidFill>
                  <a:schemeClr val="accent4"/>
                </a:solidFill>
              </a:rPr>
              <a:t> </a:t>
            </a:r>
            <a:r>
              <a:rPr lang="de-DE" sz="2400" dirty="0" err="1">
                <a:solidFill>
                  <a:schemeClr val="accent4"/>
                </a:solidFill>
              </a:rPr>
              <a:t>easier</a:t>
            </a:r>
            <a:r>
              <a:rPr lang="de-DE" sz="2400" dirty="0">
                <a:solidFill>
                  <a:schemeClr val="accent4"/>
                </a:solidFill>
              </a:rPr>
              <a:t>?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B877F5F-4251-4A82-8A3C-646613A1B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0" y="1825625"/>
            <a:ext cx="1213267" cy="112995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FD2757B-A254-B859-6DEC-A5118DB8C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66" y="3152922"/>
            <a:ext cx="1223041" cy="128103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C7A9A50-7C8A-AEC8-D2CE-30A71830E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60" y="4631298"/>
            <a:ext cx="1217493" cy="119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99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</Words>
  <Application>Microsoft Office PowerPoint</Application>
  <PresentationFormat>Bildschirmpräsentation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This is a Title of a Talk</vt:lpstr>
      <vt:lpstr>Title: Just a Figure</vt:lpstr>
      <vt:lpstr>Title: Text left, Figure right</vt:lpstr>
      <vt:lpstr>Title: Small figure on the bottom right</vt:lpstr>
      <vt:lpstr>Title: Text + some table</vt:lpstr>
      <vt:lpstr>Title: Text, 1 figure below</vt:lpstr>
      <vt:lpstr>Title: Text, 1 figure, small text</vt:lpstr>
      <vt:lpstr>Title: Text, 2 figures, small text</vt:lpstr>
      <vt:lpstr>Title: Several rows, each with a figure + text (optional)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Artur Andrzejak</dc:creator>
  <cp:lastModifiedBy>Artur Andrzejak</cp:lastModifiedBy>
  <cp:revision>5</cp:revision>
  <dcterms:created xsi:type="dcterms:W3CDTF">2026-04-24T08:45:56Z</dcterms:created>
  <dcterms:modified xsi:type="dcterms:W3CDTF">2026-04-24T09:34:37Z</dcterms:modified>
</cp:coreProperties>
</file>