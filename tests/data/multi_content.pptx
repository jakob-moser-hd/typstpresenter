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Multi Content Presentation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Eine komplexere Präsentation, um mehrzeilige  und mehrspaltige Layouts zu prüfen.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Two Rows Layout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7315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[Two rows setup, top row (1/2).]</a:t>
            </a:r>
          </a:p>
          <a:p/>
          <a:p>
            <a:r>
              <a:t>Lorem ipsum dolor sit amet, consectetur adipiscing elit. Aenean commodo ligula eget dolor. Aenean massa.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7315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[Two rows setup, bottom row (2/2).]</a:t>
            </a:r>
          </a:p>
          <a:p/>
          <a:p>
            <a:r>
              <a:t>Lorem ipsum dolor sit amet, consectetur adipiscing elit. Aenean commodo ligula eget dolor. Aenean massa.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Three Rows Layout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7315200" cy="1066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[Three rows setup, row 1 of 3.]</a:t>
            </a:r>
          </a:p>
          <a:p/>
          <a:p>
            <a:r>
              <a:t>Lorem ipsum dolor sit amet, consectetur adipiscing elit. Aenean commodo ligula eget dolor.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895600"/>
            <a:ext cx="7315200" cy="1066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[Three rows setup, row 2 of 3.]</a:t>
            </a:r>
          </a:p>
          <a:p/>
          <a:p>
            <a:r>
              <a:t>Lorem ipsum dolor sit amet, consectetur adipiscing elit. Aenean commodo ligula eget dolor.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419600"/>
            <a:ext cx="7315200" cy="1066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[Three rows setup, row 3 of 3.]</a:t>
            </a:r>
          </a:p>
          <a:p/>
          <a:p>
            <a:r>
              <a:t>Lorem ipsum dolor sit amet, consectetur adipiscing elit. Aenean commodo ligula eget dolor.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Full 2x2 Grid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3429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[Full 2x2 grid, placeholder 1 of 4 (top-left).]</a:t>
            </a:r>
          </a:p>
          <a:p/>
          <a:p>
            <a:r>
              <a:t>Lorem ipsum dolor sit amet, consectetur adipiscing elit.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00600" y="1371600"/>
            <a:ext cx="3429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[Full 2x2 grid, placeholder 2 of 4 (top-right).]</a:t>
            </a:r>
          </a:p>
          <a:p/>
          <a:p>
            <a:r>
              <a:t>Lorem ipsum dolor sit amet, consectetur adipiscing elit.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657600"/>
            <a:ext cx="3429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[Full 2x2 grid, placeholder 3 of 4 (bottom-left).]</a:t>
            </a:r>
          </a:p>
          <a:p/>
          <a:p>
            <a:r>
              <a:t>Lorem ipsum dolor sit amet, consectetur adipiscing elit.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00600" y="3657600"/>
            <a:ext cx="3429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[Full 2x2 grid, placeholder 4 of 4 (bottom-right).]</a:t>
            </a:r>
          </a:p>
          <a:p/>
          <a:p>
            <a:r>
              <a:t>Lorem ipsum dolor sit amet, consectetur adipiscing elit.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Sequential Grid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3429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[Sequential 2x2 grid (Slide 1/4) - Placeholder 1 (top-left).</a:t>
            </a:r>
          </a:p>
          <a:p>
            <a:r>
              <a:t>Hat 1 von 4 Platzhaltern.]</a:t>
            </a:r>
          </a:p>
          <a:p/>
          <a:p>
            <a:r>
              <a:t>Lorem ipsum dolor sit amet, consectetur adipiscing elit. Aenean commodo ligula eget dolor. Aenean massa. Cum sociis natoque penatibus et magnis dis parturient montes, nascetur ridiculus mus.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Sequential Grid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3429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[Sequential 2x2 grid (Slide 2/4) - Placeholder 1 (top-left).</a:t>
            </a:r>
          </a:p>
          <a:p>
            <a:r>
              <a:t>Hat 2 von 4 Platzhaltern.]</a:t>
            </a:r>
          </a:p>
          <a:p/>
          <a:p>
            <a:r>
              <a:t>Lorem ipsum dolor sit amet, consectetur adipiscing elit. Aenean commodo ligula eget dolor. Aenean massa.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00600" y="1371600"/>
            <a:ext cx="3429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[Sequential 2x2 grid (Slide 2/4) - Placeholder 2 (top-right).</a:t>
            </a:r>
          </a:p>
          <a:p>
            <a:r>
              <a:t>Hat 2 von 4 Platzhaltern.]</a:t>
            </a:r>
          </a:p>
          <a:p/>
          <a:p>
            <a:r>
              <a:t>Lorem ipsum dolor sit amet, consectetur adipiscing elit. Aenean commodo ligula eget dolor. Aenean massa.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Sequential Grid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3429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[Sequential 2x2 grid (Slide 3/4) - Placeholder 1 (top-left).</a:t>
            </a:r>
          </a:p>
          <a:p>
            <a:r>
              <a:t>Hat 3 von 4 Platzhaltern.]</a:t>
            </a:r>
          </a:p>
          <a:p/>
          <a:p>
            <a:r>
              <a:t>Lorem ipsum dolor sit amet, consectetur adipiscing elit. Aenean commodo ligula eget dolor.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00600" y="1371600"/>
            <a:ext cx="3429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[Sequential 2x2 grid (Slide 3/4) - Placeholder 2 (top-right).</a:t>
            </a:r>
          </a:p>
          <a:p>
            <a:r>
              <a:t>Hat 3 von 4 Platzhaltern.]</a:t>
            </a:r>
          </a:p>
          <a:p/>
          <a:p>
            <a:r>
              <a:t>Lorem ipsum dolor sit amet, consectetur adipiscing elit. Aenean commodo ligula eget dolor.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657600"/>
            <a:ext cx="3429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[Sequential 2x2 grid (Slide 3/4) - Placeholder 3 (bottom-left).</a:t>
            </a:r>
          </a:p>
          <a:p>
            <a:r>
              <a:t>Hat 3 von 4 Platzhaltern.]</a:t>
            </a:r>
          </a:p>
          <a:p/>
          <a:p>
            <a:r>
              <a:t>Lorem ipsum dolor sit amet, consectetur adipiscing elit. Aenean commodo ligula eget dolor.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Sequential Grid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3429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[Sequential 2x2 grid (Slide 4/4) - Placeholder 1 (top-left).</a:t>
            </a:r>
          </a:p>
          <a:p>
            <a:r>
              <a:t>Hat 4 von 4 Platzhaltern.]</a:t>
            </a:r>
          </a:p>
          <a:p/>
          <a:p>
            <a:r>
              <a:t>Lorem ipsum dolor sit amet, consectetur adipiscing elit.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00600" y="1371600"/>
            <a:ext cx="3429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[Sequential 2x2 grid (Slide 4/4) - Placeholder 2 (top-right).</a:t>
            </a:r>
          </a:p>
          <a:p>
            <a:r>
              <a:t>Hat 4 von 4 Platzhaltern.]</a:t>
            </a:r>
          </a:p>
          <a:p/>
          <a:p>
            <a:r>
              <a:t>Lorem ipsum dolor sit amet, consectetur adipiscing elit.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657600"/>
            <a:ext cx="3429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[Sequential 2x2 grid (Slide 4/4) - Placeholder 3 (bottom-left).</a:t>
            </a:r>
          </a:p>
          <a:p>
            <a:r>
              <a:t>Hat 4 von 4 Platzhaltern.]</a:t>
            </a:r>
          </a:p>
          <a:p/>
          <a:p>
            <a:r>
              <a:t>Lorem ipsum dolor sit amet, consectetur adipiscing elit.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00600" y="3657600"/>
            <a:ext cx="3429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[Sequential 2x2 grid (Slide 4/4) - Placeholder 4 (bottom-right).</a:t>
            </a:r>
          </a:p>
          <a:p>
            <a:r>
              <a:t>Hat 4 von 4 Platzhaltern.]</a:t>
            </a:r>
          </a:p>
          <a:p/>
          <a:p>
            <a:r>
              <a:t>Lorem ipsum dolor sit amet, consectetur adipiscing elit.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