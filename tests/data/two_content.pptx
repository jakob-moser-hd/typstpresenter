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200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Title </a:t>
            </a:r>
            <a:r>
              <a:rPr lang="de-DE" dirty="0" err="1"/>
              <a:t>of</a:t>
            </a:r>
            <a:r>
              <a:rPr lang="de-DE" dirty="0"/>
              <a:t> a Demo </a:t>
            </a:r>
            <a:r>
              <a:rPr lang="de-DE" dirty="0" err="1"/>
              <a:t>Presentation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Author, Date</a:t>
            </a:r>
            <a:r>
              <a:rPr lang="en-US"/>
              <a:t>, Institution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Content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t>Left content block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t>Right content block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Bildschirmpräsentation (4:3)</PresentationFormat>
  <Paragraphs>5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Title of a Demo Presentation</vt:lpstr>
      <vt:lpstr>Two Content Slide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Artur Andrzejak</cp:lastModifiedBy>
  <cp:revision>2</cp:revision>
  <dcterms:created xsi:type="dcterms:W3CDTF">2013-01-27T09:14:16Z</dcterms:created>
  <dcterms:modified xsi:type="dcterms:W3CDTF">2026-04-18T10:30:39Z</dcterms:modified>
  <cp:category/>
</cp:coreProperties>
</file>