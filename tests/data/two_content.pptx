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Two Content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Left content block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Right content block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