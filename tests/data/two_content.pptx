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Two Content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Diese Testpräsentation prüft das 'Two Content' Layout. Dabei ist wichtig, dass beide Spalten als Layout Element korrekt in das Grid im Typst-Code extrahiert und gesetzt werden.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Content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[Two content layout, left block.]</a:t>
            </a:r>
          </a:p>
          <a:p/>
          <a:p>
            <a:r>
              <a:t>Lorem ipsum dolor sit amet, consectetur adipiscing elit. Aenean commodo ligula eget dolor. Aenean massa.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[Two content layout, right block.]</a:t>
            </a:r>
          </a:p>
          <a:p/>
          <a:p>
            <a:r>
              <a:t>Lorem ipsum dolor sit amet, consectetur adipiscing elit. Aenean commodo ligula eget dolor. Aenean massa.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